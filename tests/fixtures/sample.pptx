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 text here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Bullet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bullet</a:t>
            </a:r>
          </a:p>
          <a:p>
            <a:r>
              <a:t>Second bullet</a:t>
            </a:r>
          </a:p>
          <a:p>
            <a:r>
              <a:t>Third bullet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Table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5486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609600">
                <a:tc>
                  <a:txBody>
                    <a:bodyPr/>
                    <a:lstStyle/>
                    <a:p>
                      <a:r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Count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Apples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Oranges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</dc:title>
  <dc:subject/>
  <dc:creator>Test Presenter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